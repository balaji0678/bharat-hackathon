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5E2BE"/>
                </a:solidFill>
                <a:latin typeface="Aptos"/>
              </a:defRPr>
            </a:pPr>
            <a:r>
              <a:t>01 / CITIZEN &amp; GOVTECH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EEF4"/>
                </a:solidFill>
                <a:latin typeface="Aptos"/>
              </a:defRPr>
            </a:pPr>
            <a:r>
              <a:t>Bharat Evidence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019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EAFBD"/>
                </a:solidFill>
                <a:latin typeface="Aptos"/>
              </a:defRPr>
            </a:pPr>
            <a:r>
              <a:t>From authorized evidence to reviewable 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706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Local, offline triage for exported messages and payments.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918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Understand → Reason → Plan → Use Tools → Act.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13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Synthetic demo. Human-reviewed findings. No device bypass.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AFBD"/>
                </a:solidFill>
                <a:latin typeface="Aptos"/>
              </a:defRPr>
            </a:pPr>
            <a:r>
              <a:t>BHARAT AGENTIC 2026  /  Authorized forensic triage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E2BE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5E2BE"/>
                </a:solidFill>
                <a:latin typeface="Aptos"/>
              </a:defRPr>
            </a:pPr>
            <a:r>
              <a:t>02 / PROBLEM &amp; BHARAT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EEF4"/>
                </a:solidFill>
                <a:latin typeface="Aptos"/>
              </a:defRPr>
            </a:pPr>
            <a:r>
              <a:t>Make review leads traceable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019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EAFBD"/>
                </a:solidFill>
                <a:latin typeface="Aptos"/>
              </a:defRPr>
            </a:pPr>
            <a:r>
              <a:t>A practical workflow for mixed-language evidence exports.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706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Messages and payment records need a shared timeline.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918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English / Hindi patterns support a Bharat-focused UPI demo.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13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Each lead must cite its source and explain its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342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Target users: authorized analysts and citizen-support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554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Impact is a hypothesis; no field adoption or time savings claimed.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AFBD"/>
                </a:solidFill>
                <a:latin typeface="Aptos"/>
              </a:defRPr>
            </a:pPr>
            <a:r>
              <a:t>BHARAT AGENTIC 2026  /  Authorized forensic triage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E2BE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5E2BE"/>
                </a:solidFill>
                <a:latin typeface="Aptos"/>
              </a:defRPr>
            </a:pPr>
            <a:r>
              <a:t>03 / AGENTIC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EEF4"/>
                </a:solidFill>
                <a:latin typeface="Aptos"/>
              </a:defRPr>
            </a:pPr>
            <a:r>
              <a:t>Plan. Inspect. Replan. 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019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EAFBD"/>
                </a:solidFill>
                <a:latin typeface="Aptos"/>
              </a:defRPr>
            </a:pPr>
            <a:r>
              <a:t>A deterministic tool agent—not a generic chatbot.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706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Intake: validate, normalize, compute import hashes, save case.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918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Plan: select integrity, timeline, entity and scan tools by objective.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13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Reason: if flagged messages + payments exist, add correlation.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342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Use tools: trace evidence IDs and explain the 30-minute window.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554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Act: persist review packet; human approval unlocks final report.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AFBD"/>
                </a:solidFill>
                <a:latin typeface="Aptos"/>
              </a:defRPr>
            </a:pPr>
            <a:r>
              <a:t>BHARAT AGENTIC 2026  /  Authorized forensic triage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E2BE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5E2BE"/>
                </a:solidFill>
                <a:latin typeface="Aptos"/>
              </a:defRPr>
            </a:pPr>
            <a:r>
              <a:t>04 / WORKING DEMO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EEF4"/>
                </a:solidFill>
                <a:latin typeface="Aptos"/>
              </a:defRPr>
            </a:pPr>
            <a:r>
              <a:t>Inspectable from input to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019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EAFBD"/>
                </a:solidFill>
                <a:latin typeface="Aptos"/>
              </a:defRPr>
            </a:pPr>
            <a:r>
              <a:t>Python + SQLite + browser UI. No runtime API key or dependencies.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706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Synthetic demo: 7 records → 3 review leads + 6 timed 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918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20 automated tests cover tools, validation, audit and API controls.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13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Goal change to timeline skips fraud scan and payment correlation.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342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Hashes protect import snapshots—not acquisition authenticity.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554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Correlation means proximity, not causation or proof of fraud.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AFBD"/>
                </a:solidFill>
                <a:latin typeface="Aptos"/>
              </a:defRPr>
            </a:pPr>
            <a:r>
              <a:t>BHARAT AGENTIC 2026  /  Authorized forensic triage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E2BE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55E2BE"/>
                </a:solidFill>
                <a:latin typeface="Aptos"/>
              </a:defRPr>
            </a:pPr>
            <a:r>
              <a:t>05 / FEASIBILITY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E6EEF4"/>
                </a:solidFill>
                <a:latin typeface="Aptos"/>
              </a:defRPr>
            </a:pPr>
            <a:r>
              <a:t>Built locally. Reviewed by humans.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01952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9EAFBD"/>
                </a:solidFill>
                <a:latin typeface="Aptos"/>
              </a:defRPr>
            </a:pPr>
            <a:r>
              <a:t>A focused prototype with a clear production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77063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Current scope: local single-user, 5 MB / 5,000-record imports.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291839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Roadmap: reviewer authentication, encryption, signed custody.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130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Next: validate detectors and UX with authorized practitioners.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33425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Team, GitHub and demo URL: owner must add real details.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5546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E6EEF4"/>
                </a:solidFill>
                <a:latin typeface="Aptos"/>
              </a:defRPr>
            </a:pPr>
            <a:r>
              <a:t>•  Official PDF missing: full rules and deadline compliance unverified.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2636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EAFBD"/>
                </a:solidFill>
                <a:latin typeface="Aptos"/>
              </a:defRPr>
            </a:pPr>
            <a:r>
              <a:t>BHARAT AGENTIC 2026  /  Authorized forensic triage 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81360" y="626364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55E2BE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